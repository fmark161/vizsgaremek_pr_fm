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C6B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F5ECE6-64C7-4463-8E34-CC450289B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58878DD-08C7-410E-B557-3A369056F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A118D80-DAD0-4BF3-B074-F1453DD5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9CD7069-08C2-411F-B0AC-65C7D00D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9D5AF06-0334-4F26-AF71-80F08B89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1861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E509A6-0FDB-44D0-BB2A-33A03D63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9579BA-4232-4900-8686-B6EAEE5AC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796786D-659D-4B9F-84A3-8FAA9496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46FC4D7-39DB-4DF8-A30C-353F37F2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067177-7CCD-4E4B-B8C0-375987BE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390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5C9B4E-CB5F-40B9-94BA-AEAA8EE9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FE5D386-28BE-4E6D-A9A4-73137A80D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B21FFEE-6EB2-4ABA-9A32-2498E971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2A5AF4F-C8D1-41BC-99D7-2F1B2939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09373E-C77D-45A7-AB73-7EDFC74A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905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FBCB0C-E0B2-43B2-809C-B3CEE8BDD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BDBA70-236E-48F7-A000-C2D5DAB0D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6A4E78E-DFEB-4F0D-B4E6-D3659CAE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70D8102-451A-4B56-B825-0AE3350E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E7E2836-BC93-4306-853A-CE4FBDED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67E35F2-EF7E-4E83-9529-AB62BEAA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110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4A78CA-425D-44F0-B3B7-689D8364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2FF0419-1254-4447-B136-BE8673E49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38A2FE2-F156-4A3D-8FE9-3FF9EB815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E4FA144-60F0-466E-B7DD-236ACAC4D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A0CEFD8-4C8E-405E-AD74-D39EA975C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CD2EE96-9023-4571-8FF6-9B39E279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5C80240-C16B-4A8E-8F2A-7B72C3DA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62173AA-10F3-4D3B-9231-A13A0C42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59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798E1F-8C95-40FC-8084-02719863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593E185-0ABF-4B65-AF08-762817D2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28D56F9-8AE0-4B67-B2CF-E2317B83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0F81904-1183-4E76-A223-9D554B02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7831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19109B77-D03A-4273-8A2D-31B8FEB6D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1444B83-D238-4ADF-97A1-0B6025A6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EDD34A9-ED24-45D5-BCC4-F993B3C8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868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8470F4-0AC7-4FD4-9E58-D7340686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DC5AAE1-7AA9-4516-8340-5C38477CE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3D29EC7-3FC6-4A84-A66D-5113F137B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4C45D4E-29AC-45D4-AF0D-86ED4098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855FD31-0C57-4527-AB63-71FD25FC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8B18757-5B6F-46F5-B166-1991B4AB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166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7B5D2C-52BA-4AE4-BD1D-15D0A2EF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2817A05-D0A7-495B-A555-AB017A6E8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977F5A2-D8D1-4EB6-A7FF-232194CBD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272CEF0-EEE6-4B6F-B569-EF2D71E7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9EE5769-69F0-4F81-8F5B-6FA1FE84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1FA7249-0DF6-4AFE-BFEA-9DA8902B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333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E3DEEA-A345-452C-BA99-0210C0E5F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98A586B-B8D0-49D5-80B0-07A17C375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1E4392B-FA1D-4B8A-A012-8FB2F495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C52FC60-CF04-4746-8425-DE10EB76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E9B6EA0-0CAA-4F5A-9F96-7893A7B2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38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B512A73-8D85-4243-812D-8FB36B00A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CD03A90-22D0-4CAB-B7D6-F4C214A1B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00AFC6A-FC91-4726-8890-90800967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7172D74-B953-4717-BCE9-0AB57F2C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E987605-D941-428E-A3C2-8FB63268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842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172BC36-8239-4FB7-90D4-0024933E3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5060E1D-45B1-4C2E-B9F9-2D790F2B2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DBB96AF-C1D0-40A6-81B4-4433C1A54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A7C5-EF8D-424A-953F-205ECF1B5CD8}" type="datetimeFigureOut">
              <a:rPr lang="hu-HU" smtClean="0"/>
              <a:t>2026. 03. 10.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E9CB46-A41E-4DFE-8C65-B627BE08D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E912DE2-AB21-4762-9AA6-F867C4529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22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F54313-7214-4A9F-8B7D-01DFEABDB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Harmónia Zeneiskola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749C1FE-93F7-48B2-957D-C69C0B9A19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Készítette: </a:t>
            </a:r>
            <a:r>
              <a:rPr lang="hu-HU" dirty="0" err="1">
                <a:solidFill>
                  <a:schemeClr val="bg1"/>
                </a:solidFill>
              </a:rPr>
              <a:t>Paraoánu</a:t>
            </a:r>
            <a:r>
              <a:rPr lang="hu-HU" dirty="0">
                <a:solidFill>
                  <a:schemeClr val="bg1"/>
                </a:solidFill>
              </a:rPr>
              <a:t> Richárd Tamás és Farkas Márk</a:t>
            </a:r>
          </a:p>
        </p:txBody>
      </p:sp>
    </p:spTree>
    <p:extLst>
      <p:ext uri="{BB962C8B-B14F-4D97-AF65-F5344CB8AC3E}">
        <p14:creationId xmlns:p14="http://schemas.microsoft.com/office/powerpoint/2010/main" val="887781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14FE887D-7CEB-4A92-8589-3B8D77F2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504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Projektünk célja:</a:t>
            </a:r>
            <a:br>
              <a:rPr lang="hu-HU" b="1" dirty="0">
                <a:solidFill>
                  <a:schemeClr val="bg1"/>
                </a:solidFill>
              </a:rPr>
            </a:br>
            <a:r>
              <a:rPr lang="hu-HU" sz="2800" dirty="0">
                <a:solidFill>
                  <a:schemeClr val="bg1"/>
                </a:solidFill>
              </a:rPr>
              <a:t>A projekt célja egy olyan webes alkalmazás fejlesztése volt, amely megkönnyíti egy zeneiskola mindennapi működését.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39445271-9489-41D1-A357-02BD7520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7634"/>
            <a:ext cx="10515600" cy="2761409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Közös online felület</a:t>
            </a:r>
          </a:p>
          <a:p>
            <a:r>
              <a:rPr lang="hu-HU" dirty="0">
                <a:solidFill>
                  <a:schemeClr val="bg1"/>
                </a:solidFill>
              </a:rPr>
              <a:t>Egyszerűbb és  gyorsabb kommunikáció</a:t>
            </a:r>
          </a:p>
          <a:p>
            <a:r>
              <a:rPr lang="hu-HU" dirty="0">
                <a:solidFill>
                  <a:schemeClr val="bg1"/>
                </a:solidFill>
              </a:rPr>
              <a:t>Adminisztráció csökkentése</a:t>
            </a:r>
          </a:p>
          <a:p>
            <a:r>
              <a:rPr lang="hu-HU" dirty="0">
                <a:solidFill>
                  <a:schemeClr val="bg1"/>
                </a:solidFill>
              </a:rPr>
              <a:t>Iskola működésének hatékonyabbá tétele</a:t>
            </a:r>
          </a:p>
        </p:txBody>
      </p:sp>
    </p:spTree>
    <p:extLst>
      <p:ext uri="{BB962C8B-B14F-4D97-AF65-F5344CB8AC3E}">
        <p14:creationId xmlns:p14="http://schemas.microsoft.com/office/powerpoint/2010/main" val="270154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14FE887D-7CEB-4A92-8589-3B8D77F2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504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Felhasználói szerepkörök és jogosultságok</a:t>
            </a: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39445271-9489-41D1-A357-02BD7520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6427"/>
            <a:ext cx="10515600" cy="2761409"/>
          </a:xfrm>
        </p:spPr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Admin</a:t>
            </a:r>
            <a:r>
              <a:rPr lang="hu-HU" dirty="0">
                <a:solidFill>
                  <a:schemeClr val="bg1"/>
                </a:solidFill>
              </a:rPr>
              <a:t>:  új felhasználók, iskola adatainak kezelése, egyéb beavatkozások</a:t>
            </a:r>
          </a:p>
          <a:p>
            <a:r>
              <a:rPr lang="hu-HU" dirty="0">
                <a:solidFill>
                  <a:schemeClr val="bg1"/>
                </a:solidFill>
              </a:rPr>
              <a:t>Tanár:  látja az  órákat, a hozzá tartozó diákokat</a:t>
            </a:r>
          </a:p>
          <a:p>
            <a:r>
              <a:rPr lang="hu-HU" dirty="0">
                <a:solidFill>
                  <a:schemeClr val="bg1"/>
                </a:solidFill>
              </a:rPr>
              <a:t>Diák: elérhető számára a kölcsönzés oldal , megtekintheti az óráit</a:t>
            </a:r>
          </a:p>
        </p:txBody>
      </p:sp>
    </p:spTree>
    <p:extLst>
      <p:ext uri="{BB962C8B-B14F-4D97-AF65-F5344CB8AC3E}">
        <p14:creationId xmlns:p14="http://schemas.microsoft.com/office/powerpoint/2010/main" val="80681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14FE887D-7CEB-4A92-8589-3B8D77F2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5040"/>
          </a:xfrm>
        </p:spPr>
        <p:txBody>
          <a:bodyPr>
            <a:normAutofit/>
          </a:bodyPr>
          <a:lstStyle/>
          <a:p>
            <a:r>
              <a:rPr lang="hu-HU" b="1" dirty="0" smtClean="0">
                <a:solidFill>
                  <a:schemeClr val="bg1"/>
                </a:solidFill>
              </a:rPr>
              <a:t>Felhasznált programok: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39445271-9489-41D1-A357-02BD7520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473"/>
            <a:ext cx="10515600" cy="4461427"/>
          </a:xfrm>
        </p:spPr>
        <p:txBody>
          <a:bodyPr>
            <a:normAutofit lnSpcReduction="10000"/>
          </a:bodyPr>
          <a:lstStyle/>
          <a:p>
            <a:r>
              <a:rPr lang="hu-HU" dirty="0" smtClean="0">
                <a:solidFill>
                  <a:schemeClr val="bg1"/>
                </a:solidFill>
              </a:rPr>
              <a:t>Microsoft Office</a:t>
            </a:r>
          </a:p>
          <a:p>
            <a:r>
              <a:rPr lang="hu-HU" dirty="0" smtClean="0">
                <a:solidFill>
                  <a:schemeClr val="bg1"/>
                </a:solidFill>
              </a:rPr>
              <a:t>Visual </a:t>
            </a:r>
            <a:r>
              <a:rPr lang="hu-HU" dirty="0" err="1" smtClean="0">
                <a:solidFill>
                  <a:schemeClr val="bg1"/>
                </a:solidFill>
              </a:rPr>
              <a:t>Studio</a:t>
            </a:r>
            <a:r>
              <a:rPr lang="hu-HU" dirty="0" smtClean="0">
                <a:solidFill>
                  <a:schemeClr val="bg1"/>
                </a:solidFill>
              </a:rPr>
              <a:t> </a:t>
            </a:r>
            <a:r>
              <a:rPr lang="hu-HU" dirty="0" err="1" smtClean="0">
                <a:solidFill>
                  <a:schemeClr val="bg1"/>
                </a:solidFill>
              </a:rPr>
              <a:t>Code</a:t>
            </a:r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err="1" smtClean="0">
                <a:solidFill>
                  <a:schemeClr val="bg1"/>
                </a:solidFill>
              </a:rPr>
              <a:t>Github</a:t>
            </a:r>
            <a:r>
              <a:rPr lang="hu-HU" dirty="0" smtClean="0">
                <a:solidFill>
                  <a:schemeClr val="bg1"/>
                </a:solidFill>
              </a:rPr>
              <a:t> </a:t>
            </a:r>
            <a:r>
              <a:rPr lang="hu-HU" dirty="0" err="1" smtClean="0">
                <a:solidFill>
                  <a:schemeClr val="bg1"/>
                </a:solidFill>
              </a:rPr>
              <a:t>Desktop</a:t>
            </a:r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err="1" smtClean="0">
                <a:solidFill>
                  <a:schemeClr val="bg1"/>
                </a:solidFill>
              </a:rPr>
              <a:t>Discord</a:t>
            </a:r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err="1" smtClean="0">
                <a:solidFill>
                  <a:schemeClr val="bg1"/>
                </a:solidFill>
              </a:rPr>
              <a:t>Canva</a:t>
            </a:r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err="1" smtClean="0">
                <a:solidFill>
                  <a:schemeClr val="bg1"/>
                </a:solidFill>
              </a:rPr>
              <a:t>MySQL</a:t>
            </a:r>
            <a:r>
              <a:rPr lang="hu-HU" dirty="0" smtClean="0">
                <a:solidFill>
                  <a:schemeClr val="bg1"/>
                </a:solidFill>
              </a:rPr>
              <a:t> </a:t>
            </a:r>
            <a:r>
              <a:rPr lang="hu-HU" dirty="0" err="1" smtClean="0">
                <a:solidFill>
                  <a:schemeClr val="bg1"/>
                </a:solidFill>
              </a:rPr>
              <a:t>Workbench</a:t>
            </a:r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err="1" smtClean="0">
                <a:solidFill>
                  <a:schemeClr val="bg1"/>
                </a:solidFill>
              </a:rPr>
              <a:t>Docker</a:t>
            </a:r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smtClean="0">
                <a:solidFill>
                  <a:schemeClr val="bg1"/>
                </a:solidFill>
              </a:rPr>
              <a:t>XAMPP</a:t>
            </a:r>
          </a:p>
          <a:p>
            <a:r>
              <a:rPr lang="hu-HU" dirty="0" err="1" smtClean="0">
                <a:solidFill>
                  <a:schemeClr val="bg1"/>
                </a:solidFill>
              </a:rPr>
              <a:t>Moddle</a:t>
            </a:r>
            <a:endParaRPr lang="hu-HU" dirty="0" smtClean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23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14FE887D-7CEB-4A92-8589-3B8D77F2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562" y="448408"/>
            <a:ext cx="10515600" cy="1625040"/>
          </a:xfrm>
        </p:spPr>
        <p:txBody>
          <a:bodyPr>
            <a:normAutofit/>
          </a:bodyPr>
          <a:lstStyle/>
          <a:p>
            <a:r>
              <a:rPr lang="hu-HU" b="1" dirty="0" smtClean="0">
                <a:solidFill>
                  <a:schemeClr val="bg1"/>
                </a:solidFill>
              </a:rPr>
              <a:t>Adatbázis szerkezet:</a:t>
            </a:r>
            <a:endParaRPr lang="hu-HU" b="1" dirty="0">
              <a:solidFill>
                <a:schemeClr val="bg1"/>
              </a:solidFill>
            </a:endParaRPr>
          </a:p>
        </p:txBody>
      </p:sp>
      <p:pic>
        <p:nvPicPr>
          <p:cNvPr id="5" name="Kép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62" y="3088970"/>
            <a:ext cx="4900246" cy="1588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Kép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683" y="2284535"/>
            <a:ext cx="5341327" cy="33161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9676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14FE887D-7CEB-4A92-8589-3B8D77F2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5040"/>
          </a:xfrm>
        </p:spPr>
        <p:txBody>
          <a:bodyPr>
            <a:normAutofit/>
          </a:bodyPr>
          <a:lstStyle/>
          <a:p>
            <a:r>
              <a:rPr lang="hu-HU" b="1" dirty="0" smtClean="0">
                <a:solidFill>
                  <a:schemeClr val="bg1"/>
                </a:solidFill>
              </a:rPr>
              <a:t>Felhasználói felület (kezdőlap):</a:t>
            </a:r>
            <a:endParaRPr lang="hu-HU" b="1" dirty="0">
              <a:solidFill>
                <a:schemeClr val="bg1"/>
              </a:solidFill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8036060-3226-409E-921C-5A62E87AA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223" y="1990165"/>
            <a:ext cx="7273554" cy="411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3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87</Words>
  <Application>Microsoft Office PowerPoint</Application>
  <PresentationFormat>Szélesvásznú</PresentationFormat>
  <Paragraphs>23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Office-téma</vt:lpstr>
      <vt:lpstr>Harmónia Zeneiskola</vt:lpstr>
      <vt:lpstr>Projektünk célja: A projekt célja egy olyan webes alkalmazás fejlesztése volt, amely megkönnyíti egy zeneiskola mindennapi működését.</vt:lpstr>
      <vt:lpstr>Felhasználói szerepkörök és jogosultságok</vt:lpstr>
      <vt:lpstr>Felhasznált programok:</vt:lpstr>
      <vt:lpstr>Adatbázis szerkezet:</vt:lpstr>
      <vt:lpstr>Felhasználói felület (kezdőlap):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Vizsgázó</dc:creator>
  <cp:lastModifiedBy>Márk</cp:lastModifiedBy>
  <cp:revision>7</cp:revision>
  <dcterms:created xsi:type="dcterms:W3CDTF">2026-03-10T10:41:33Z</dcterms:created>
  <dcterms:modified xsi:type="dcterms:W3CDTF">2026-03-10T19:22:10Z</dcterms:modified>
</cp:coreProperties>
</file>